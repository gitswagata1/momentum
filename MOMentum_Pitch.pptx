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C6CF6"/>
                </a:solidFill>
                <a:latin typeface="Calibri"/>
              </a:defRPr>
            </a:pPr>
            <a:r>
              <a:t>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E8EA0"/>
                </a:solidFill>
                <a:latin typeface="Calibri"/>
              </a:defRPr>
            </a:pPr>
            <a:r>
              <a:t>AI-Powered Meeting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840480"/>
            <a:ext cx="5760720" cy="54864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A0"/>
                </a:solidFill>
                <a:latin typeface="Calibri"/>
              </a:defRPr>
            </a:pPr>
            <a:r>
              <a:t>Presentation to Karan Sir  |  Micro Turners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A0"/>
                </a:solidFill>
                <a:latin typeface="Calibri"/>
              </a:defRPr>
            </a:pPr>
            <a:r>
              <a:t>By Swagata Banerjee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7432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292608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286000"/>
            <a:ext cx="54864" cy="54864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ECF1"/>
                </a:solidFill>
                <a:latin typeface="Calibri"/>
              </a:defRPr>
            </a:pPr>
            <a:r>
              <a:t>Action items die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0"/>
                </a:solidFill>
                <a:latin typeface="Calibri"/>
              </a:defRPr>
            </a:pPr>
            <a:r>
              <a:t>Decisions made in meetings get buried in</a:t>
            </a:r>
            <a:br/>
            <a:r>
              <a:t>chat threads, notes, or someone's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292608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2286000"/>
            <a:ext cx="54864" cy="54864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ECF1"/>
                </a:solidFill>
                <a:latin typeface="Calibri"/>
              </a:defRPr>
            </a:pPr>
            <a:r>
              <a:t>No 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0"/>
                </a:solidFill>
                <a:latin typeface="Calibri"/>
              </a:defRPr>
            </a:pPr>
            <a:r>
              <a:t>Nobody remembers who was assigned what.</a:t>
            </a:r>
            <a:br/>
            <a:r>
              <a:t>The same items resurface every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292608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286000"/>
            <a:ext cx="54864" cy="54864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CECF1"/>
                </a:solidFill>
                <a:latin typeface="Calibri"/>
              </a:defRPr>
            </a:pPr>
            <a:r>
              <a:t>Deadlines pass silently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0"/>
                </a:solidFill>
                <a:latin typeface="Calibri"/>
              </a:defRPr>
            </a:pPr>
            <a:r>
              <a:t>No system to track deadlines or send</a:t>
            </a:r>
            <a:br/>
            <a:r>
              <a:t>reminders. Tasks slip without anyone knowing.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There's no system to capture meeting output and track it to completion.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How MOMentum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1148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32004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377440"/>
            <a:ext cx="640080" cy="640080"/>
          </a:xfrm>
          <a:prstGeom prst="ellipse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ECECF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CECF1"/>
                </a:solidFill>
                <a:latin typeface="Calibri"/>
              </a:defRPr>
            </a:pPr>
            <a:r>
              <a:t>Upload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Upload the meeting</a:t>
            </a:r>
            <a:br/>
            <a:r>
              <a:t>recording or paste</a:t>
            </a:r>
            <a:br/>
            <a:r>
              <a:t>the 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6CF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560320" cy="32004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377440"/>
            <a:ext cx="640080" cy="640080"/>
          </a:xfrm>
          <a:prstGeom prst="ellipse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ECECF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CECF1"/>
                </a:solidFill>
                <a:latin typeface="Calibri"/>
              </a:defRPr>
            </a:pPr>
            <a:r>
              <a:t>AI Transcribes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OpenAI Whisper converts</a:t>
            </a:r>
            <a:br/>
            <a:r>
              <a:t>audio to text</a:t>
            </a:r>
            <a:br/>
            <a:r>
              <a:t>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6CF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560320" cy="32004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377440"/>
            <a:ext cx="640080" cy="640080"/>
          </a:xfrm>
          <a:prstGeom prst="ellipse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ECECF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CECF1"/>
                </a:solidFill>
                <a:latin typeface="Calibri"/>
              </a:defRPr>
            </a:pPr>
            <a:r>
              <a:t>Generate MOM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Claude AI creates a</a:t>
            </a:r>
            <a:br/>
            <a:r>
              <a:t>structured MOM with</a:t>
            </a:r>
            <a:br/>
            <a:r>
              <a:t>agenda &amp; action 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6CF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840" y="2377440"/>
            <a:ext cx="640080" cy="640080"/>
          </a:xfrm>
          <a:prstGeom prst="ellipse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ECECF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CECF1"/>
                </a:solidFill>
                <a:latin typeface="Calibri"/>
              </a:defRPr>
            </a:pPr>
            <a:r>
              <a:t>Extract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7490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Tasks auto-created</a:t>
            </a:r>
            <a:br/>
            <a:r>
              <a:t>with assignees,</a:t>
            </a:r>
            <a:br/>
            <a:r>
              <a:t>deadlines &amp; priorities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One meeting goes in. Structured, trackable tasks come out. Zero manual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Your 7 Requirements — All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9436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Automated MOM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69164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000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Task Assignment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5000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62656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0837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0837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Auto-Reminders to Assignees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083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21024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66744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Auto-Reminders to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6674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79392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251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25112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Timeline &amp; Deadline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32511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59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79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83479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Communication Channel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983479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96128"/>
            <a:ext cx="9601200" cy="530352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418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CF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4184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CECF1"/>
                </a:solidFill>
                <a:latin typeface="Calibri"/>
              </a:defRPr>
            </a:pPr>
            <a:r>
              <a:t>Usable by Everyone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64184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Dashboard — Management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Real-time stats — meetings, tasks, completion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Progress ring showing overall completion 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Upcoming deadlines for the next 7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Team workload — each member's task breakdown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Overdue alerts flagged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94959"/>
            <a:ext cx="54864" cy="36576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CECF1"/>
                </a:solidFill>
                <a:latin typeface="Calibri"/>
              </a:defRPr>
            </a:pPr>
            <a:r>
              <a:t>One-click "Send Reminders"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6CF6"/>
                </a:solidFill>
                <a:latin typeface="Calibri"/>
              </a:defRPr>
            </a:pPr>
            <a:r>
              <a:t>LIVE:  https://momentum.loca.lt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Automated Notifications &amp; Reminders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3152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6CF6"/>
                </a:solidFill>
                <a:latin typeface="Calibri"/>
              </a:defRPr>
            </a:pPr>
            <a:r>
              <a:t>To Assignees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ECF1"/>
                </a:solidFill>
                <a:latin typeface="Calibri"/>
              </a:defRPr>
            </a:pPr>
            <a:r>
              <a:t>3 days before deadline — reminder 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ECF1"/>
                </a:solidFill>
                <a:latin typeface="Calibri"/>
              </a:defRPr>
            </a:pPr>
            <a:r>
              <a:t>Past deadline — overdue alert 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0"/>
                </a:solidFill>
                <a:latin typeface="Calibri"/>
              </a:defRPr>
            </a:pPr>
            <a:r>
              <a:t>Via email or Telegram (member's choice)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22860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6CF6"/>
                </a:solidFill>
                <a:latin typeface="Calibri"/>
              </a:defRPr>
            </a:pPr>
            <a:r>
              <a:t>To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ECF1"/>
                </a:solidFill>
                <a:latin typeface="Calibri"/>
              </a:defRPr>
            </a:pPr>
            <a:r>
              <a:t>Summary: who has how many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ECF1"/>
                </a:solidFill>
                <a:latin typeface="Calibri"/>
              </a:defRPr>
            </a:pPr>
            <a:r>
              <a:t>Status breakdown: pending / done / 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A0"/>
                </a:solidFill>
                <a:latin typeface="Calibri"/>
              </a:defRPr>
            </a:pPr>
            <a:r>
              <a:t>Sent automatically every 6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3716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ECF1"/>
                </a:solidFill>
                <a:latin typeface="Calibri"/>
              </a:defRPr>
            </a:pPr>
            <a:r>
              <a:t>Channels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Email (SMTP)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Telegram 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WhatsApp (roadmap)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Why Custom vs Off-the-Shelf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9436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59436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ECF1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ECF1"/>
                </a:solidFill>
                <a:latin typeface="Calibri"/>
              </a:defRPr>
            </a:pPr>
            <a:r>
              <a:t>Zoom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ECF1"/>
                </a:solidFill>
                <a:latin typeface="Calibri"/>
              </a:defRPr>
            </a:pPr>
            <a:r>
              <a:t>Miro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CECF1"/>
                </a:solidFill>
                <a:latin typeface="Calibri"/>
              </a:defRPr>
            </a:pPr>
            <a:r>
              <a:t>MOMentum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4572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Transcription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585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585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5856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10515600" cy="457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6148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Structured MOM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614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614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6148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10515600" cy="4572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6440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Auto task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644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644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644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40"/>
            <a:ext cx="10515600" cy="457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6732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Task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76732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6732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6732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51960"/>
            <a:ext cx="10515600" cy="4572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702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Auto-reminders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70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2702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7024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80"/>
            <a:ext cx="10515600" cy="457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731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Management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7731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731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77316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257800"/>
            <a:ext cx="10515600" cy="4572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7608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Email + Telegram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2760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2760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27608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760720"/>
            <a:ext cx="10515600" cy="457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77900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ECF1"/>
                </a:solidFill>
                <a:latin typeface="Calibri"/>
              </a:defRPr>
            </a:pPr>
            <a:r>
              <a:t>Custom for Micro Turners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5779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779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7790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What It Costs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004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ECF1"/>
                </a:solidFill>
                <a:latin typeface="Calibri"/>
              </a:defRPr>
            </a:pPr>
            <a:r>
              <a:t>MOM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~1-2 per MOM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51560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ECF1"/>
                </a:solidFill>
                <a:latin typeface="Calibri"/>
              </a:defRPr>
            </a:pPr>
            <a:r>
              <a:t>Audio Transcription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~0.50/min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Whisper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51560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ECF1"/>
                </a:solidFill>
                <a:latin typeface="Calibri"/>
              </a:defRPr>
            </a:pPr>
            <a:r>
              <a:t>Email Reminders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SMTP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59"/>
            <a:ext cx="1051560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433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ECF1"/>
                </a:solidFill>
                <a:latin typeface="Calibri"/>
              </a:defRPr>
            </a:pPr>
            <a:r>
              <a:t>Telegram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3433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34339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Bot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51560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ECF1"/>
                </a:solidFill>
                <a:latin typeface="Calibri"/>
              </a:defRPr>
            </a:pPr>
            <a:r>
              <a:t>Server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2120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400-800/month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212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0"/>
                </a:solidFill>
                <a:latin typeface="Calibri"/>
              </a:defRPr>
            </a:pPr>
            <a:r>
              <a:t>Basic VPS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6035040"/>
            <a:ext cx="6400800" cy="64008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60807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CECF1"/>
                </a:solidFill>
                <a:latin typeface="Calibri"/>
              </a:defRPr>
            </a:pPr>
            <a:r>
              <a:t>Total: Under 1000/month for a team of 5-15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ECF1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743200" cy="45720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CECF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ECF1"/>
                </a:solidFill>
                <a:latin typeface="Calibri"/>
              </a:defRPr>
            </a:pPr>
            <a:r>
              <a:t>Deploy for Micro Turners team</a:t>
            </a:r>
            <a:br/>
            <a:r>
              <a:t>Set up email &amp; Telegram</a:t>
            </a:r>
            <a:br/>
            <a:r>
              <a:t>Onboard all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474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9090F"/>
                </a:solidFill>
                <a:latin typeface="Calibri"/>
              </a:defRPr>
            </a:pPr>
            <a:r>
              <a:t>NEXT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ECF1"/>
                </a:solidFill>
                <a:latin typeface="Calibri"/>
              </a:defRPr>
            </a:pPr>
            <a:r>
              <a:t>WhatsApp integration</a:t>
            </a:r>
            <a:br/>
            <a:r>
              <a:t>Google Calendar sync</a:t>
            </a:r>
            <a:br/>
            <a:r>
              <a:t>Custom reminder schedules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828800"/>
            <a:ext cx="3474720" cy="640080"/>
          </a:xfrm>
          <a:prstGeom prst="rect">
            <a:avLst/>
          </a:prstGeom>
          <a:solidFill>
            <a:srgbClr val="7C6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CECF1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ECF1"/>
                </a:solidFill>
                <a:latin typeface="Calibri"/>
              </a:defRPr>
            </a:pPr>
            <a:r>
              <a:t>Meeting analytics</a:t>
            </a:r>
            <a:br/>
            <a:r>
              <a:t>Cross-meeting intelligence</a:t>
            </a:r>
            <a:br/>
            <a:r>
              <a:t>Mobile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C6CF6"/>
                </a:solidFill>
                <a:latin typeface="Calibri"/>
              </a:defRPr>
            </a:pPr>
            <a:r>
              <a:t>MOMentum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743200"/>
            <a:ext cx="7589520" cy="54864"/>
          </a:xfrm>
          <a:prstGeom prst="roundRect">
            <a:avLst/>
          </a:prstGeom>
          <a:solidFill>
            <a:srgbClr val="7C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CECF1"/>
                </a:solidFill>
                <a:latin typeface="Calibri"/>
              </a:defRPr>
            </a:pPr>
            <a:r>
              <a:t>Stop losing action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6CF6"/>
                </a:solidFill>
                <a:latin typeface="Calibri"/>
              </a:defRPr>
            </a:pPr>
            <a:r>
              <a:t>Start building MOMentum.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846320"/>
            <a:ext cx="5760720" cy="731520"/>
          </a:xfrm>
          <a:prstGeom prst="round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892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6CF6"/>
                </a:solidFill>
                <a:latin typeface="Calibri"/>
              </a:defRPr>
            </a:pPr>
            <a:r>
              <a:t>https://momentum.loca.lt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A0"/>
                </a:solidFill>
                <a:latin typeface="Calibri"/>
              </a:defRPr>
            </a:pPr>
            <a:r>
              <a:t>Built by Swagata Banerjee  |  Micro Turners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